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webp" ContentType="image/webp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/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Content Placeholder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/>
          <a:lstStyle/>
          <a:p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>
        <a:defRPr sz="4400" b="1">
          <a:latin typeface="Calibri"/>
        </a:defRPr>
      </a:lvl1pPr>
    </p:titleStyle>
    <p:bodyStyle>
      <a:lvl1pPr>
        <a:defRPr sz="2800">
          <a:latin typeface="Calibri"/>
        </a:defRPr>
      </a:lvl1pPr>
    </p:body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PLC Tabletop Training Program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Detailed Training Guide &amp; Technical Reference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April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Module 0: Electrical Safety &amp; LOTO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Personnel safety fundamentals required before any hands-on work. Covers lockout/tagout, arc flash awareness, and safe work practices.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Describe LOTO procedures (OSHA 29 CFR 1910.147) for PLC cabinets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Identify when energized troubleshooting is permitted vs. when LOTO is required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Understand arc flash PPE categories for PLC cabinet voltages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Demonstrate safe multimeter use and proper CAT-rated equipment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Module 1: PLC Hardware &amp; Components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Comprehensive walkthrough of PLC cabinet components, I/O modules, power distribution, and cabinet infrastructure.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Identify every major component inside a PLC control cabinet from physical inspection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Explain the function of the CPU, power supply, Ethernet board, I/O modules, and terminal blocks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Distinguish between digital I/O and analog I/O modules and their applications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Read a basic PLC wiring diagram and match terminal labels to physical wiring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Understand cabinet infrastructure: fuses, DIN rail, grounding, and wire labeling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Module 2: Safety &amp; Input/Output Devices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Input devices (sensors, switches, safety devices) and output devices (motors, relays, valves) — how they work and how they connect to the PLC.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Identify the main input device types and describe the signal each sends to the PLC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Identify the main output device types and describe how the PLC drives each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Understand the difference between standard I/O and safety I/O (dual-channel, OSSD)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Recognize additional field devices: photoelectric sensors, encoders, solenoid valves, VFDs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Module 3: Software Setup &amp; PLC Connectivity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Installing PLC software, configuring IP addresses, and connecting to all three PLC platforms. Includes program backup/restore procedures.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Configure a laptop IP address to communicate with a PLC on a given subnet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Connect to an Omron NX1P2 using Sysmac Studio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Connect to an Allen Bradley controller using Studio 5000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Connect to a Productivity PLC using Productivity Suite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Perform program upload (backup) and understand download procedures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Module 4: Reading &amp; Troubleshooting Logic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Using I/O dashboards, tag browsers, and ladder logic editors to trace signals and diagnose faults across all three platforms.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Apply the 5-layer fault isolation model to systematically troubleshoot PLC issues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Navigate the I/O dashboard to view real-time signal status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Trace a signal from physical input through ladder logic to physical output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Use forcing and monitoring tools safely and effectively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Understand data types, tag structure, and variable scoping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Module 5: Area Scanner Programming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Programming and verifying the Omron OS32C area scanner — defining safety zones, configuring OSSD outputs, and physical verification.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Program or verify the configuration of an Omron OS32C area scanner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Define protective and warning zones using the OS32C Configuration Tool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Confirm OSSD outputs are functioning correctly via PLC monitoring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Physically verify zone boundaries with measurement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Module 6: HMI Navigation &amp; Fault Clearing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Operating the HMI screen — login, alarm management, I/O status monitoring, and fault clearing procedures.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Log into an HMI screen and navigate between key screens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View and interpret active alarms and fault history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Clear faults and reset the machine after a safe condition is restored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Use the I/O status screen to verify field device communication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Manually jog or operate outputs for maintenance testing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Module 7: Scenario-Based Fault Exercises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Five realistic fault scenarios pre-staged on the bench. Diagnose and resolve each independently using the skills from Modules 1–6.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Independently diagnose and resolve a tripped area scanner fault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Identify and correct an IP connectivity failure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Trace a missing sensor signal from PLC to field device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Identify a logic fault (incorrect timer preset) by tracing the ladder rung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Replace a faulty push button and verify proper operation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Module 8: Advanced Manufacturing Specifics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Custom machine documentation, ladder logic building blocks, servo motor configuration, global variables, and adding I/O components to a PLC.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Locate and use custom build documentation for Vermeer machines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Understand core ladder logic instructions and their symbols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Configure basic servo motor parameters in Sysmac Studio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Create and use global variables with proper naming conventions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Add I/O modules and devices to an existing PLC configuration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plc-training</Application>
  <Slides>10</Slides>
</Properties>
</file>

<file path=docProps/core.xml><?xml version="1.0" encoding="utf-8"?>
<cp:coreProperties xmlns:cp="http://schemas.openxmlformats.org/package/2006/metadata/core-properties" xmlns:dc="http://purl.org/dc/elements/1.1/">
  <dc:title>PLC Tabletop Training</dc:title>
  <dc:creator>plc-training export</dc:creator>
</cp:coreProperties>
</file>