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</p:sldIdLst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11" Type="http://schemas.openxmlformats.org/officeDocument/2006/relationships/slide" Target="slides/slide1.xml"/>
<Relationship Id="rId12" Type="http://schemas.openxmlformats.org/officeDocument/2006/relationships/slide" Target="slides/slide2.xml"/>
<Relationship Id="rId13" Type="http://schemas.openxmlformats.org/officeDocument/2006/relationships/slide" Target="slides/slide3.xml"/>
<Relationship Id="rId14" Type="http://schemas.openxmlformats.org/officeDocument/2006/relationships/slide" Target="slides/slide4.xml"/>
<Relationship Id="rId15" Type="http://schemas.openxmlformats.org/officeDocument/2006/relationships/slide" Target="slides/slide5.xml"/>
<Relationship Id="rId16" Type="http://schemas.openxmlformats.org/officeDocument/2006/relationships/slide" Target="slides/slide6.xml"/>
<Relationship Id="rId17" Type="http://schemas.openxmlformats.org/officeDocument/2006/relationships/slide" Target="slides/slide7.xml"/>
<Relationship Id="rId18" Type="http://schemas.openxmlformats.org/officeDocument/2006/relationships/slide" Target="slides/slide8.xml"/>
<Relationship Id="rId19" Type="http://schemas.openxmlformats.org/officeDocument/2006/relationships/slide" Target="slides/slide9.xml"/>
<Relationship Id="rId20" Type="http://schemas.openxmlformats.org/officeDocument/2006/relationships/slide" Target="slides/slide10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?><Relationships xmlns="http://schemas.openxmlformats.org/package/2006/relationships"/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</p:sldMaster>
</file>

<file path=ppt/slides/_rels/slide1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PLC Tabletop Training Program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Detailed Training Guide &amp; Technical Reference</a:t>
            </a:r>
          </a:p>
          <a:p>
            <a:r>
              <a:rPr sz="1400"/>
              <a:t>April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0: Electrical Safety &amp; LOTO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Personnel safety fundamentals required before any hands-on work. Covers lockout/tagout, arc flash awareness, and safe work practices.</a:t>
            </a:r>
          </a:p>
          <a:p>
            <a:r>
              <a:rPr sz="1400"/>
              <a:t>Describe LOTO procedures (OSHA 29 CFR 1910.147) for PLC cabinets</a:t>
            </a:r>
          </a:p>
          <a:p>
            <a:r>
              <a:rPr sz="1400"/>
              <a:t>Identify when energized troubleshooting is permitted vs. when LOTO is required</a:t>
            </a:r>
          </a:p>
          <a:p>
            <a:r>
              <a:rPr sz="1400"/>
              <a:t>Understand arc flash PPE categories for PLC cabinet voltages</a:t>
            </a:r>
          </a:p>
          <a:p>
            <a:r>
              <a:rPr sz="1400"/>
              <a:t>Demonstrate safe multimeter use and proper CAT-rated equipment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1: PLC Hardware &amp; Components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Comprehensive walkthrough of PLC cabinet components, I/O modules, power distribution, and cabinet infrastructure.</a:t>
            </a:r>
          </a:p>
          <a:p>
            <a:r>
              <a:rPr sz="1400"/>
              <a:t>Identify every major component inside a PLC control cabinet from physical inspection</a:t>
            </a:r>
          </a:p>
          <a:p>
            <a:r>
              <a:rPr sz="1400"/>
              <a:t>Explain the function of the CPU, power supply, Ethernet board, I/O modules, and terminal blocks</a:t>
            </a:r>
          </a:p>
          <a:p>
            <a:r>
              <a:rPr sz="1400"/>
              <a:t>Distinguish between digital I/O and analog I/O modules and their applications</a:t>
            </a:r>
          </a:p>
          <a:p>
            <a:r>
              <a:rPr sz="1400"/>
              <a:t>Read a basic PLC wiring diagram and match terminal labels to physical wiring</a:t>
            </a:r>
          </a:p>
          <a:p>
            <a:r>
              <a:rPr sz="1400"/>
              <a:t>Understand cabinet infrastructure: fuses, DIN rail, grounding, and wire labeling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2: Safety &amp; Input/Output Devices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Input devices (sensors, switches, safety devices) and output devices (motors, relays, valves) — how they work and how they connect to the PLC.</a:t>
            </a:r>
          </a:p>
          <a:p>
            <a:r>
              <a:rPr sz="1400"/>
              <a:t>Identify the main input device types and describe the signal each sends to the PLC</a:t>
            </a:r>
          </a:p>
          <a:p>
            <a:r>
              <a:rPr sz="1400"/>
              <a:t>Identify the main output device types and describe how the PLC drives each</a:t>
            </a:r>
          </a:p>
          <a:p>
            <a:r>
              <a:rPr sz="1400"/>
              <a:t>Understand the difference between standard I/O and safety I/O (dual-channel, OSSD)</a:t>
            </a:r>
          </a:p>
          <a:p>
            <a:r>
              <a:rPr sz="1400"/>
              <a:t>Recognize additional field devices: photoelectric sensors, encoders, solenoid valves, VFDs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3: Software Setup &amp; PLC Connectivity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Installing PLC software, configuring IP addresses, and connecting to all three PLC platforms. Includes program backup/restore procedures.</a:t>
            </a:r>
          </a:p>
          <a:p>
            <a:r>
              <a:rPr sz="1400"/>
              <a:t>Configure a laptop IP address to communicate with a PLC on a given subnet</a:t>
            </a:r>
          </a:p>
          <a:p>
            <a:r>
              <a:rPr sz="1400"/>
              <a:t>Connect to an Omron NX1P2 using Sysmac Studio</a:t>
            </a:r>
          </a:p>
          <a:p>
            <a:r>
              <a:rPr sz="1400"/>
              <a:t>Connect to an Allen Bradley controller using Studio 5000</a:t>
            </a:r>
          </a:p>
          <a:p>
            <a:r>
              <a:rPr sz="1400"/>
              <a:t>Connect to a Productivity PLC using Productivity Suite</a:t>
            </a:r>
          </a:p>
          <a:p>
            <a:r>
              <a:rPr sz="1400"/>
              <a:t>Perform program upload (backup) and understand download procedures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4: Reading &amp; Troubleshooting Logic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Using I/O dashboards, tag browsers, and ladder logic editors to trace signals and diagnose faults across all three platforms.</a:t>
            </a:r>
          </a:p>
          <a:p>
            <a:r>
              <a:rPr sz="1400"/>
              <a:t>Apply the 5-layer fault isolation model to systematically troubleshoot PLC issues</a:t>
            </a:r>
          </a:p>
          <a:p>
            <a:r>
              <a:rPr sz="1400"/>
              <a:t>Navigate the I/O dashboard to view real-time signal status</a:t>
            </a:r>
          </a:p>
          <a:p>
            <a:r>
              <a:rPr sz="1400"/>
              <a:t>Trace a signal from physical input through ladder logic to physical output</a:t>
            </a:r>
          </a:p>
          <a:p>
            <a:r>
              <a:rPr sz="1400"/>
              <a:t>Use forcing and monitoring tools safely and effectively</a:t>
            </a:r>
          </a:p>
          <a:p>
            <a:r>
              <a:rPr sz="1400"/>
              <a:t>Understand data types, tag structure, and variable scoping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5: Area Scanner Programming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Programming and verifying the Omron OS32C area scanner — defining safety zones, configuring OSSD outputs, and physical verification.</a:t>
            </a:r>
          </a:p>
          <a:p>
            <a:r>
              <a:rPr sz="1400"/>
              <a:t>Program or verify the configuration of an Omron OS32C area scanner</a:t>
            </a:r>
          </a:p>
          <a:p>
            <a:r>
              <a:rPr sz="1400"/>
              <a:t>Define protective and warning zones using the OS32C Configuration Tool</a:t>
            </a:r>
          </a:p>
          <a:p>
            <a:r>
              <a:rPr sz="1400"/>
              <a:t>Confirm OSSD outputs are functioning correctly via PLC monitoring</a:t>
            </a:r>
          </a:p>
          <a:p>
            <a:r>
              <a:rPr sz="1400"/>
              <a:t>Physically verify zone boundaries with measurement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6: HMI Navigation &amp; Fault Clearing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Operating the HMI screen — login, alarm management, I/O status monitoring, and fault clearing procedures.</a:t>
            </a:r>
          </a:p>
          <a:p>
            <a:r>
              <a:rPr sz="1400"/>
              <a:t>Log into an HMI screen and navigate between key screens</a:t>
            </a:r>
          </a:p>
          <a:p>
            <a:r>
              <a:rPr sz="1400"/>
              <a:t>View and interpret active alarms and fault history</a:t>
            </a:r>
          </a:p>
          <a:p>
            <a:r>
              <a:rPr sz="1400"/>
              <a:t>Clear faults and reset the machine after a safe condition is restored</a:t>
            </a:r>
          </a:p>
          <a:p>
            <a:r>
              <a:rPr sz="1400"/>
              <a:t>Use the I/O status screen to verify field device communication</a:t>
            </a:r>
          </a:p>
          <a:p>
            <a:r>
              <a:rPr sz="1400"/>
              <a:t>Manually jog or operate outputs for maintenance testing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7: Scenario-Based Fault Exercises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Five realistic fault scenarios pre-staged on the bench. Diagnose and resolve each independently using the skills from Modules 1–6.</a:t>
            </a:r>
          </a:p>
          <a:p>
            <a:r>
              <a:rPr sz="1400"/>
              <a:t>Independently diagnose and resolve a tripped area scanner fault</a:t>
            </a:r>
          </a:p>
          <a:p>
            <a:r>
              <a:rPr sz="1400"/>
              <a:t>Identify and correct an IP connectivity failure</a:t>
            </a:r>
          </a:p>
          <a:p>
            <a:r>
              <a:rPr sz="1400"/>
              <a:t>Trace a missing sensor signal from PLC to field device</a:t>
            </a:r>
          </a:p>
          <a:p>
            <a:r>
              <a:rPr sz="1400"/>
              <a:t>Identify a logic fault (incorrect timer preset) by tracing the ladder rung</a:t>
            </a:r>
          </a:p>
          <a:p>
            <a:r>
              <a:rPr sz="1400"/>
              <a:t>Replace a faulty push button and verify proper operation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8: Advanced Manufacturing Specifics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Custom machine documentation, ladder logic building blocks, servo motor configuration, global variables, and adding I/O components to a PLC.</a:t>
            </a:r>
          </a:p>
          <a:p>
            <a:r>
              <a:rPr sz="1400"/>
              <a:t>Locate and use custom build documentation for Vermeer machines</a:t>
            </a:r>
          </a:p>
          <a:p>
            <a:r>
              <a:rPr sz="1400"/>
              <a:t>Understand core ladder logic instructions and their symbols</a:t>
            </a:r>
          </a:p>
          <a:p>
            <a:r>
              <a:rPr sz="1400"/>
              <a:t>Configure basic servo motor parameters in Sysmac Studio</a:t>
            </a:r>
          </a:p>
          <a:p>
            <a:r>
              <a:rPr sz="1400"/>
              <a:t>Create and use global variables with proper naming conventions</a:t>
            </a:r>
          </a:p>
          <a:p>
            <a:r>
              <a:rPr sz="1400"/>
              <a:t>Add I/O modules and devices to an existing PLC configuration</a:t>
            </a:r>
          </a:p>
        </p:txBody>
      </p:sp>
    </p:spTree>
  </p:cSld>
</p:sld>
</file>