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media/image0.jpg" ContentType="image/jpeg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Relationship Id="rId16" Type="http://schemas.openxmlformats.org/officeDocument/2006/relationships/slide" Target="slides/slide15.xml"/>
<Relationship Id="rId17" Type="http://schemas.openxmlformats.org/officeDocument/2006/relationships/slide" Target="slides/slide16.xml"/>
<Relationship Id="rId18" Type="http://schemas.openxmlformats.org/officeDocument/2006/relationships/slide" Target="slides/slide17.xml"/>
<Relationship Id="rId19" Type="http://schemas.openxmlformats.org/officeDocument/2006/relationships/slide" Target="slides/slide18.xml"/>
<Relationship Id="rId20" Type="http://schemas.openxmlformats.org/officeDocument/2006/relationships/slide" Target="slides/slide19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Content Placeholder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/>
          <a:lstStyle/>
          <a:p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b="1">
          <a:latin typeface="Calibri"/>
        </a:defRPr>
      </a:lvl1pPr>
    </p:titleStyle>
    <p:bodyStyle>
      <a:lvl1pPr>
        <a:defRPr sz="2800">
          <a:latin typeface="Calibri"/>
        </a:defRPr>
      </a:lvl1pPr>
    </p:body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0.jp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Module 6: HMI Navigation &amp; Fault Clearing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PLC Tabletop Training Program · Lecture + Lab · 2.5 h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v1.0 (April 2026)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Learning objectives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Log into an HMI screen and navigate between key screens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View and interpret active alarms and fault history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Clear faults and reset the machine after a safe condition is restored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Use the I/O status screen to verify field device communication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Manually jog or operate outputs for maintenance testing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Overview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Operating the HMI screen — login, alarm management, I/O status monitoring, and fault clearing procedures.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Lesson: HMI Overview &amp; Login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What an HMI is, screen navigation, and user access levels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What is an HMI?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36000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HMI stands for Human-Machine Interface. It's a touchscreen panel that lets the operator monitor and control the PLC system in real time. Common brands on site: Omron NB/NA series, Allen Bradley PanelView, AutomationDirect C-more.</a:t>
            </a:r>
          </a:p>
        </p:txBody>
      </p:sp>
      <p:pic>
        <p:nvPicPr>
          <p:cNvPr id="4" name="Figur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800" y="1171780"/>
            <a:ext cx="4528000" cy="540000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Logging In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Touch the screen to wake it — the home/overview screen will display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Look for a padlock icon, user icon, or "Login" button (typically upper-right corner)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Enter credentials using the on-screen keypad (check machine binder for default maintenance credentials)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Press Enter or OK to log in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User Access Levels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Table: Level | Typical Users | Permissions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Operator | Production operators | View status, clear minor alarms, start/stop cycles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Maintenance | Maintenance technicians | View I/O status, clear faults, manual jog, adjust setpoints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Engineering | Controls engineers, automation lead | Full access — modify screens, change configurations, adjust safety parameters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Lesson: Alarm Management &amp; Fault Clearing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Reading alarms, understanding fault codes, and restoring normal operation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Viewing Active Alarms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Navigate to the Alarms screen (often a bell icon or dedicated Alarms button). Active alarms display the alarm code, description, timestamp, and associated tag name. Most recent alarms appear at the top.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Fault Clearing Procedure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Read the alarm — note the alarm code, description, and timestamp. Take a photo for documentation.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Identify the root cause — use the alarm description and tag name to determine what triggered the fault. Open PLC software if needed to trace the associated logic.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Correct the physical condition — clear an obstruction, replace a sensor, reset a safety device, fix a wiring issue. Never clear an alarm without addressing the cause.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Clear the alarm on the HMI — select the alarm and press Clear/Reset. Some alarms require the fault condition to be gone before they can be cleared.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Verify normal operation — confirm the alarm doesn't immediately return and the machine enters Ready state.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[DANGER] Never 'Clear and Hope': Clearing an alarm without fixing the underlying cause is a recipe for recurring faults, production downtime, and potential safety incidents. If the alarm comes back after clearing, the root cause hasn't been resolved.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I/O Status Screen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The I/O status screen shows real-time states of all inputs and outputs. Use it to verify sensors are communicating, outputs are energizing, and the physical world matches what the PLC reports.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Lesson: Manual Control &amp; Setpoint Adjustment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Jogging outputs, testing devices, and adjusting parameters from the HMI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Manual Jog/Output Control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During maintenance, you may need to manually operate individual outputs — jog a motor, extend a cylinder, energize a solenoid — for testing or positioning. This is done from the HMI's Manual Control screen (maintenance access required).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[WARNING] Safety First: Manual mode bypasses the normal automatic sequence. Ensure the area is clear, safety guards are functional, and all personnel are aware before jogging any output.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Setpoint Adjustment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Timers, counters, speed references, and recipe parameters can be adjusted from the HMI. Always note the original value before changing it. Changes take effect immediately on most systems.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Lab: Live HMI Walkthrough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After: HMI Overview &amp; Login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Duration: 10 min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At the bench HMI, log in, navigate to key screens: overview, I/O status, alarms, manual control. Activate a proximity sensor and show the I/O status screen reflect it.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Each student navigates to a different screen on the HMI. Students confirm they can find the I/O status screen and identify physical device states.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Lab: Fault Injection → Alarm → Clearance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After: Alarm Management &amp; Fault Clearing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Duration: 15 min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Trainer creates a fault (blocks area scanner). Walk through: read alarm → identify cause → clear obstruction → clear alarm → verify normal operation.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After trainer demo, each student performs the full cycle: trainer injects a fault → student reads alarm → fixes physical cause → clears alarm → verifies.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Quiz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What is the correct order for clearing a fault on the HMI?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Clear the alarm first, then investigate the cause | Read the alarm → Identify and fix the root cause → Clear the alarm → Verify normal operation | Restart the PLC → Clear all alarms → Resume production | Call the supervisor and wait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Quiz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The HMI shows three access levels. What can a Maintenance-level user do that an Operator cannot?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View production statistics | Access I/O status, clear faults, manual jog, and adjust setpoints | Modify HMI screens | Nothing — they have the same access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Quiz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An alarm appears on the HMI. You clear it, but it immediately returns. What does this mean?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The HMI is malfunctioning | The root cause of the fault has not been resolved | You need to restart the PLC | The alarm has a 5-minute timeout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plc-training</Application>
  <Slides>19</Slides>
</Properties>
</file>

<file path=docProps/core.xml><?xml version="1.0" encoding="utf-8"?>
<cp:coreProperties xmlns:cp="http://schemas.openxmlformats.org/package/2006/metadata/core-properties" xmlns:dc="http://purl.org/dc/elements/1.1/">
  <dc:title>PLC Tabletop Training</dc:title>
  <dc:creator>plc-training export</dc:creator>
</cp:coreProperties>
</file>