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webp" ContentType="image/webp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/>
          <a:lstStyle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 b="1">
          <a:latin typeface="Calibri"/>
        </a:defRPr>
      </a:lvl1pPr>
    </p:titleStyle>
    <p:bodyStyle>
      <a:lvl1pPr>
        <a:defRPr sz="2800">
          <a:latin typeface="Calibri"/>
        </a:defRPr>
      </a:lvl1pPr>
    </p:body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7: Scenario-Based Fault Exercises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PLC Tabletop Training Program · Lab / Assessment · 4 h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v1.0 (April 2026)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Learning objectives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Independently diagnose and resolve a tripped area scanner fault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and correct an IP connectivity failure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Trace a missing sensor signal from PLC to field device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a logic fault (incorrect timer preset) by tracing the ladder rung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Replace a faulty push button and verify proper operation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Overview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Five realistic fault scenarios pre-staged on the bench. Diagnose and resolve each independently using the skills from Modules 1–6.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Lesson: How Scenarios Work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Structure, expectations, and grading criteria for fault exercises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How Scenarios Work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Each scenario is pre-staged on the bench by the instructor. You receive only a symptom description — no hints about the cause. Your job is to diagnose and resolve the fault independently using the tools and methods from Modules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Exercise Structure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Table: Phase | Duration | Activity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Briefing | 5 min | Trainer describes the symptom. You discuss your troubleshooting plan before touching anything.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Execution | 25–30 min | Work independently (or in pairs) on the bench. Trainer observes but doesn't assist unless safety is at risk.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Debrief | 10 min | Group discussion: What did you find? What steps did you take? Trainer reveals the planted fault and the ideal path.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[INFO] Success Criteria: You must resolve each scenario within the time limit. Assessment looks at: correct fault identification, logical troubleshooting sequence (not random guessing), proper tool usage, and safe work practices throughout.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plc-training</Application>
  <Slides>6</Slides>
</Properties>
</file>

<file path=docProps/core.xml><?xml version="1.0" encoding="utf-8"?>
<cp:coreProperties xmlns:cp="http://schemas.openxmlformats.org/package/2006/metadata/core-properties" xmlns:dc="http://purl.org/dc/elements/1.1/">
  <dc:title>PLC Tabletop Training</dc:title>
  <dc:creator>plc-training export</dc:creator>
</cp:coreProperties>
</file>