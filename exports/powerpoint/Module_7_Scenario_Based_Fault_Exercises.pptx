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IdLst>
    <p:sldId id="256" r:id="rId11"/>
    <p:sldId id="257" r:id="rId12"/>
    <p:sldId id="258" r:id="rId13"/>
    <p:sldId id="259" r:id="rId14"/>
    <p:sldId id="260" r:id="rId15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11" Type="http://schemas.openxmlformats.org/officeDocument/2006/relationships/slide" Target="slides/slide1.xml"/>
<Relationship Id="rId12" Type="http://schemas.openxmlformats.org/officeDocument/2006/relationships/slide" Target="slides/slide2.xml"/>
<Relationship Id="rId13" Type="http://schemas.openxmlformats.org/officeDocument/2006/relationships/slide" Target="slides/slide3.xml"/>
<Relationship Id="rId14" Type="http://schemas.openxmlformats.org/officeDocument/2006/relationships/slide" Target="slides/slide4.xml"/>
<Relationship Id="rId15" Type="http://schemas.openxmlformats.org/officeDocument/2006/relationships/slide" Target="slides/slide5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?><Relationships xmlns="http://schemas.openxmlformats.org/package/2006/relationships"/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</p:sldMaster>
</file>

<file path=ppt/slides/_rels/slide1.xml.rels><?xml version="1.0"?>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?>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?>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?>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?>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solidFill>
                <a:srgbClr val="1E3A5F"/>
              </a:solidFill>
              <a:t>Module 7: Scenario-Based Fault Exercises</a:t>
            </a:r>
          </a:p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r>
              <a:rPr sz="1400"/>
              <a:t>PLC Tabletop Training Program · Lab / Assessment · 4 h</a:t>
            </a:r>
          </a:p>
          <a:p>
            <a:r>
              <a:rPr sz="1400"/>
              <a:t>v1.0 (April 2026)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solidFill>
                <a:srgbClr val="1E3A5F"/>
              </a:solidFill>
              <a:t>Learning objectives</a:t>
            </a:r>
          </a:p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r>
              <a:rPr sz="1400"/>
              <a:t>Independently diagnose and resolve a tripped area scanner fault</a:t>
            </a:r>
          </a:p>
          <a:p>
            <a:r>
              <a:rPr sz="1400"/>
              <a:t>Identify and correct an IP connectivity failure</a:t>
            </a:r>
          </a:p>
          <a:p>
            <a:r>
              <a:rPr sz="1400"/>
              <a:t>Trace a missing sensor signal from PLC to field device</a:t>
            </a:r>
          </a:p>
          <a:p>
            <a:r>
              <a:rPr sz="1400"/>
              <a:t>Identify a logic fault (incorrect timer preset) by tracing the ladder rung</a:t>
            </a:r>
          </a:p>
          <a:p>
            <a:r>
              <a:rPr sz="1400"/>
              <a:t>Replace a faulty push button and verify proper operation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solidFill>
                <a:srgbClr val="1E3A5F"/>
              </a:solidFill>
              <a:t>Overview</a:t>
            </a:r>
          </a:p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r>
              <a:rPr sz="1400"/>
              <a:t>Five realistic fault scenarios pre-staged on the bench. Diagnose and resolve each independently using the skills from Modules 1–6.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solidFill>
                <a:srgbClr val="1E3A5F"/>
              </a:solidFill>
              <a:t>Lesson: How Scenarios Work</a:t>
            </a:r>
          </a:p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r>
              <a:rPr sz="1400"/>
              <a:t>Structure, expectations, and grading criteria for fault exercises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solidFill>
                <a:srgbClr val="1E3A5F"/>
              </a:solidFill>
              <a:t>How Scenarios Work (content)</a:t>
            </a:r>
          </a:p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r>
              <a:rPr sz="1400"/>
              <a:t>Each scenario is pre-staged on the bench by the instructor. You receive only a symptom description — no hints about the cause. Your job is to diagnose and resolve the fault independently using the tools and methods from Modules 1–6.</a:t>
            </a:r>
          </a:p>
          <a:p>
            <a:r>
              <a:rPr sz="1400"/>
              <a:t>→ Exercise Structure</a:t>
            </a:r>
          </a:p>
          <a:p>
            <a:r>
              <a:rPr sz="1400"/>
              <a:t>Table: Phase | Duration | Activity</a:t>
            </a:r>
          </a:p>
          <a:p>
            <a:r>
              <a:rPr sz="1400"/>
              <a:t>  • Briefing | 5 min | Trainer describes the symptom. You discuss your troubleshooting plan before touching anything.</a:t>
            </a:r>
          </a:p>
          <a:p>
            <a:r>
              <a:rPr sz="1400"/>
              <a:t>  • Execution | 25–30 min | Work independently (or in pairs) on the bench. Trainer observes but doesn't assist unless safety is at risk.</a:t>
            </a:r>
          </a:p>
          <a:p>
            <a:r>
              <a:rPr sz="1400"/>
              <a:t>  • Debrief | 10 min | Group discussion: What did you find? What steps did you take? Trainer reveals the planted fault and the ideal path.</a:t>
            </a:r>
          </a:p>
          <a:p>
            <a:r>
              <a:rPr sz="1400"/>
              <a:t>[INFO] Success Criteria: You must resolve each scenario within the time limit. Assessment looks at: correct fault identification, logical troubleshooting sequence (not random guessing), proper tool usage, and safe work practices throughout.</a:t>
            </a:r>
          </a:p>
        </p:txBody>
      </p:sp>
    </p:spTree>
  </p:cSld>
</p:sld>
</file>