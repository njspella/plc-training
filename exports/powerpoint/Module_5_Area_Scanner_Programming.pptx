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Lst>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11" Type="http://schemas.openxmlformats.org/officeDocument/2006/relationships/slide" Target="slides/slide1.xml"/>
<Relationship Id="rId12" Type="http://schemas.openxmlformats.org/officeDocument/2006/relationships/slide" Target="slides/slide2.xml"/>
<Relationship Id="rId13" Type="http://schemas.openxmlformats.org/officeDocument/2006/relationships/slide" Target="slides/slide3.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 Id="rId23" Type="http://schemas.openxmlformats.org/officeDocument/2006/relationships/slide" Target="slides/slide13.xml"/>
<Relationship Id="rId24" Type="http://schemas.openxmlformats.org/officeDocument/2006/relationships/slide" Target="slides/slide14.xml"/>
<Relationship Id="rId25" Type="http://schemas.openxmlformats.org/officeDocument/2006/relationships/slide" Target="slides/slide15.xml"/>
<Relationship Id="rId26" Type="http://schemas.openxmlformats.org/officeDocument/2006/relationships/slide" Target="slides/slide16.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p:spTree>
  </p:cSld>
</p:sldLayout>
</file>

<file path=ppt/slideMasters/_rels/slideMaster1.xml.rels><?xml version="1.0"?><Relationships xmlns="http://schemas.openxmlformats.org/package/2006/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sldMaster>
</file>

<file path=ppt/slides/_rels/slide1.xml.rels><?xml version="1.0"?><Relationships xmlns="http://schemas.openxmlformats.org/package/2006/relationships">
<Relationship Id="rId1" Type="http://schemas.openxmlformats.org/officeDocument/2006/relationships/slideLayout" Target="../slideLayouts/slideLayout1.xml"/>
</Relationships>
</file>

<file path=ppt/slides/_rels/slide2.xml.rels><?xml version="1.0"?><Relationships xmlns="http://schemas.openxmlformats.org/package/2006/relationships">
<Relationship Id="rId1" Type="http://schemas.openxmlformats.org/officeDocument/2006/relationships/slideLayout" Target="../slideLayouts/slideLayout1.xml"/>
</Relationships>
</file>

<file path=ppt/slides/_rels/slide3.xml.rels><?xml version="1.0"?><Relationships xmlns="http://schemas.openxmlformats.org/package/2006/relationships">
<Relationship Id="rId1" Type="http://schemas.openxmlformats.org/officeDocument/2006/relationships/slideLayout" Target="../slideLayouts/slideLayout1.xml"/>
</Relationships>
</file>

<file path=ppt/slides/_rels/slide4.xml.rels><?xml version="1.0"?><Relationships xmlns="http://schemas.openxmlformats.org/package/2006/relationships">
<Relationship Id="rId1" Type="http://schemas.openxmlformats.org/officeDocument/2006/relationships/slideLayout" Target="../slideLayouts/slideLayout1.xml"/>
</Relationships>
</file>

<file path=ppt/slides/_rels/slide5.xml.rels><?xml version="1.0"?><Relationships xmlns="http://schemas.openxmlformats.org/package/2006/relationships">
<Relationship Id="rId1" Type="http://schemas.openxmlformats.org/officeDocument/2006/relationships/slideLayout" Target="../slideLayouts/slideLayout1.xml"/>
</Relationships>
</file>

<file path=ppt/slides/_rels/slide6.xml.rels><?xml version="1.0"?><Relationships xmlns="http://schemas.openxmlformats.org/package/2006/relationships">
<Relationship Id="rId1" Type="http://schemas.openxmlformats.org/officeDocument/2006/relationships/slideLayout" Target="../slideLayouts/slideLayout1.xml"/>
</Relationships>
</file>

<file path=ppt/slides/_rels/slide7.xml.rels><?xml version="1.0"?><Relationships xmlns="http://schemas.openxmlformats.org/package/2006/relationships">
<Relationship Id="rId1" Type="http://schemas.openxmlformats.org/officeDocument/2006/relationships/slideLayout" Target="../slideLayouts/slideLayout1.xml"/>
</Relationships>
</file>

<file path=ppt/slides/_rels/slide8.xml.rels><?xml version="1.0"?><Relationships xmlns="http://schemas.openxmlformats.org/package/2006/relationships">
<Relationship Id="rId1" Type="http://schemas.openxmlformats.org/officeDocument/2006/relationships/slideLayout" Target="../slideLayouts/slideLayout1.xml"/>
</Relationships>
</file>

<file path=ppt/slides/_rels/slide9.xml.rels><?xml version="1.0"?><Relationships xmlns="http://schemas.openxmlformats.org/package/2006/relationships">
<Relationship Id="rId1" Type="http://schemas.openxmlformats.org/officeDocument/2006/relationships/slideLayout" Target="../slideLayouts/slideLayout1.xml"/>
</Relationships>
</file>

<file path=ppt/slides/_rels/slide10.xml.rels><?xml version="1.0"?><Relationships xmlns="http://schemas.openxmlformats.org/package/2006/relationships">
<Relationship Id="rId1" Type="http://schemas.openxmlformats.org/officeDocument/2006/relationships/slideLayout" Target="../slideLayouts/slideLayout1.xml"/>
</Relationships>
</file>

<file path=ppt/slides/_rels/slide11.xml.rels><?xml version="1.0"?><Relationships xmlns="http://schemas.openxmlformats.org/package/2006/relationships">
<Relationship Id="rId1" Type="http://schemas.openxmlformats.org/officeDocument/2006/relationships/slideLayout" Target="../slideLayouts/slideLayout1.xml"/>
</Relationships>
</file>

<file path=ppt/slides/_rels/slide12.xml.rels><?xml version="1.0"?><Relationships xmlns="http://schemas.openxmlformats.org/package/2006/relationships">
<Relationship Id="rId1" Type="http://schemas.openxmlformats.org/officeDocument/2006/relationships/slideLayout" Target="../slideLayouts/slideLayout1.xml"/>
</Relationships>
</file>

<file path=ppt/slides/_rels/slide13.xml.rels><?xml version="1.0"?><Relationships xmlns="http://schemas.openxmlformats.org/package/2006/relationships">
<Relationship Id="rId1" Type="http://schemas.openxmlformats.org/officeDocument/2006/relationships/slideLayout" Target="../slideLayouts/slideLayout1.xml"/>
</Relationships>
</file>

<file path=ppt/slides/_rels/slide14.xml.rels><?xml version="1.0"?><Relationships xmlns="http://schemas.openxmlformats.org/package/2006/relationships">
<Relationship Id="rId1" Type="http://schemas.openxmlformats.org/officeDocument/2006/relationships/slideLayout" Target="../slideLayouts/slideLayout1.xml"/>
</Relationships>
</file>

<file path=ppt/slides/_rels/slide15.xml.rels><?xml version="1.0"?><Relationships xmlns="http://schemas.openxmlformats.org/package/2006/relationships">
<Relationship Id="rId1" Type="http://schemas.openxmlformats.org/officeDocument/2006/relationships/slideLayout" Target="../slideLayouts/slideLayout1.xml"/>
</Relationships>
</file>

<file path=ppt/slides/_rels/slide16.xml.rels><?xml version="1.0"?><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Module 5: Area Scanner Programming</a:t>
            </a:r>
          </a:p>
        </p:txBody>
      </p:sp>
      <p:sp>
        <p:nvSpPr>
          <p:cNvPr id="3" name="Content"/>
          <p:cNvSpPr>
            <a:spLocks noGrp="1"/>
          </p:cNvSpPr>
          <p:nvPr>
            <p:ph idx="1" type="body"/>
          </p:nvPr>
        </p:nvSpPr>
        <p:spPr/>
        <p:txBody>
          <a:bodyPr/>
          <a:lstStyle/>
          <a:p>
            <a:r>
              <a:rPr sz="1400"/>
              <a:t>PLC Tabletop Training Program · Hands-on Lab · 2.5 h</a:t>
            </a:r>
          </a:p>
          <a:p>
            <a:r>
              <a:rPr sz="1400"/>
              <a:t>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Learning objectives</a:t>
            </a:r>
          </a:p>
        </p:txBody>
      </p:sp>
      <p:sp>
        <p:nvSpPr>
          <p:cNvPr id="3" name="Content"/>
          <p:cNvSpPr>
            <a:spLocks noGrp="1"/>
          </p:cNvSpPr>
          <p:nvPr>
            <p:ph idx="1" type="body"/>
          </p:nvPr>
        </p:nvSpPr>
        <p:spPr/>
        <p:txBody>
          <a:bodyPr/>
          <a:lstStyle/>
          <a:p>
            <a:r>
              <a:rPr sz="1400"/>
              <a:t>Program or verify the configuration of an Omron OS32C area scanner</a:t>
            </a:r>
          </a:p>
          <a:p>
            <a:r>
              <a:rPr sz="1400"/>
              <a:t>Define protective and warning zones using the OS32C Configuration Tool</a:t>
            </a:r>
          </a:p>
          <a:p>
            <a:r>
              <a:rPr sz="1400"/>
              <a:t>Confirm OSSD outputs are functioning correctly via PLC monitoring</a:t>
            </a:r>
          </a:p>
          <a:p>
            <a:r>
              <a:rPr sz="1400"/>
              <a:t>Physically verify zone boundaries with measurement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Overview</a:t>
            </a:r>
          </a:p>
        </p:txBody>
      </p:sp>
      <p:sp>
        <p:nvSpPr>
          <p:cNvPr id="3" name="Content"/>
          <p:cNvSpPr>
            <a:spLocks noGrp="1"/>
          </p:cNvSpPr>
          <p:nvPr>
            <p:ph idx="1" type="body"/>
          </p:nvPr>
        </p:nvSpPr>
        <p:spPr/>
        <p:txBody>
          <a:bodyPr/>
          <a:lstStyle/>
          <a:p>
            <a:r>
              <a:rPr sz="1400"/>
              <a:t>Programming and verifying the Omron OS32C area scanner — defining safety zones, configuring OSSD outputs, and physical verification.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OS32C Configuration Tool Setup</a:t>
            </a:r>
          </a:p>
        </p:txBody>
      </p:sp>
      <p:sp>
        <p:nvSpPr>
          <p:cNvPr id="3" name="Content"/>
          <p:cNvSpPr>
            <a:spLocks noGrp="1"/>
          </p:cNvSpPr>
          <p:nvPr>
            <p:ph idx="1" type="body"/>
          </p:nvPr>
        </p:nvSpPr>
        <p:spPr/>
        <p:txBody>
          <a:bodyPr/>
          <a:lstStyle/>
          <a:p>
            <a:r>
              <a:rPr sz="1400"/>
              <a:t>Installing the tool, connecting via USB, and reading existing configurations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OS32C Configuration Tool Setup (content)</a:t>
            </a:r>
          </a:p>
        </p:txBody>
      </p:sp>
      <p:sp>
        <p:nvSpPr>
          <p:cNvPr id="3" name="Content"/>
          <p:cNvSpPr>
            <a:spLocks noGrp="1"/>
          </p:cNvSpPr>
          <p:nvPr>
            <p:ph idx="1" type="body"/>
          </p:nvPr>
        </p:nvSpPr>
        <p:spPr/>
        <p:txBody>
          <a:bodyPr/>
          <a:lstStyle/>
          <a:p>
            <a:r>
              <a:rPr sz="1400"/>
              <a:t>→ Install the Configuration Tool</a:t>
            </a:r>
          </a:p>
          <a:p>
            <a:r>
              <a:rPr sz="1400"/>
              <a:t>Download the OS32C Configuration Tool from Omron's website. Requires Windows 10/11.</a:t>
            </a:r>
          </a:p>
          <a:p>
            <a:r>
              <a:rPr sz="1400"/>
              <a:t>→ Connect to the Scanner</a:t>
            </a:r>
          </a:p>
          <a:p>
            <a:r>
              <a:rPr sz="1400"/>
              <a:t>• Connect a USB cable from your laptop to the mini-USB port on the OS32C</a:t>
            </a:r>
          </a:p>
          <a:p>
            <a:r>
              <a:rPr sz="1400"/>
              <a:t>• Open the Configuration Tool and select the correct COM port</a:t>
            </a:r>
          </a:p>
          <a:p>
            <a:r>
              <a:rPr sz="1400"/>
              <a:t>• Click Connect</a:t>
            </a:r>
          </a:p>
          <a:p>
            <a:r>
              <a:rPr sz="1400"/>
              <a:t>• Click Read from Device to load the current zone configuration</a:t>
            </a:r>
          </a:p>
          <a:p>
            <a:r>
              <a:rPr sz="1400"/>
              <a:t>The configuration tool shows the scanner's detection field as a top-down polar view. Existing zones appear as colored overlays.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Defining Safety Zones</a:t>
            </a:r>
          </a:p>
        </p:txBody>
      </p:sp>
      <p:sp>
        <p:nvSpPr>
          <p:cNvPr id="3" name="Content"/>
          <p:cNvSpPr>
            <a:spLocks noGrp="1"/>
          </p:cNvSpPr>
          <p:nvPr>
            <p:ph idx="1" type="body"/>
          </p:nvPr>
        </p:nvSpPr>
        <p:spPr/>
        <p:txBody>
          <a:bodyPr/>
          <a:lstStyle/>
          <a:p>
            <a:r>
              <a:rPr sz="1400"/>
              <a:t>Creating protective and warning zones, configuring detection parameters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Defining Safety Zones (content)</a:t>
            </a:r>
          </a:p>
        </p:txBody>
      </p:sp>
      <p:sp>
        <p:nvSpPr>
          <p:cNvPr id="3" name="Content"/>
          <p:cNvSpPr>
            <a:spLocks noGrp="1"/>
          </p:cNvSpPr>
          <p:nvPr>
            <p:ph idx="1" type="body"/>
          </p:nvPr>
        </p:nvSpPr>
        <p:spPr/>
        <p:txBody>
          <a:bodyPr/>
          <a:lstStyle/>
          <a:p>
            <a:r>
              <a:rPr sz="1400"/>
              <a:t>→ Zone Types</a:t>
            </a:r>
          </a:p>
          <a:p>
            <a:r>
              <a:rPr sz="1400"/>
              <a:t>Table: Zone | Purpose | Response</a:t>
            </a:r>
          </a:p>
          <a:p>
            <a:r>
              <a:rPr sz="1400"/>
              <a:t>  • Protective Zone | Immediate danger area around the machine | OSSD outputs drop immediately — machine stops</a:t>
            </a:r>
          </a:p>
          <a:p>
            <a:r>
              <a:rPr sz="1400"/>
              <a:t>  • Warning Zone | Approach area outside the protective zone | Warning output activates (alarm, slow-down) but OSSD stays active</a:t>
            </a:r>
          </a:p>
          <a:p>
            <a:r>
              <a:rPr sz="1400"/>
              <a:t>→ Defining Zone Boundaries</a:t>
            </a:r>
          </a:p>
          <a:p>
            <a:r>
              <a:rPr sz="1400"/>
              <a:t>• Select the zone type to edit (protective or warning)</a:t>
            </a:r>
          </a:p>
          <a:p>
            <a:r>
              <a:rPr sz="1400"/>
              <a:t>• Draw the zone boundary using the polygon or radius tool in the configuration software</a:t>
            </a:r>
          </a:p>
          <a:p>
            <a:r>
              <a:rPr sz="1400"/>
              <a:t>• Set the detection sensitivity (minimum object size) — typically 30–70mm for personnel detection</a:t>
            </a:r>
          </a:p>
          <a:p>
            <a:r>
              <a:rPr sz="1400"/>
              <a:t>• Configure multiple zone sets if the machine requires different safety zones for different operating modes</a:t>
            </a:r>
          </a:p>
          <a:p>
            <a:r>
              <a:rPr sz="1400"/>
              <a:t>• Download the configuration to the scanner and verify the new zones are active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Defining Safety Zones (content)</a:t>
            </a:r>
          </a:p>
        </p:txBody>
      </p:sp>
      <p:sp>
        <p:nvSpPr>
          <p:cNvPr id="3" name="Content"/>
          <p:cNvSpPr>
            <a:spLocks noGrp="1"/>
          </p:cNvSpPr>
          <p:nvPr>
            <p:ph idx="1" type="body"/>
          </p:nvPr>
        </p:nvSpPr>
        <p:spPr/>
        <p:txBody>
          <a:bodyPr/>
          <a:lstStyle/>
          <a:p>
            <a:r>
              <a:rPr sz="1400"/>
              <a:t>[WARNING] Zone Validation Required: After any zone change, you must physically verify the boundaries. Walk toward the scanner from multiple angles and confirm the protective zone triggers at the correct distance. Measure with a tape measure and compare to the configured boundary.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OSSD Testing &amp; Verification</a:t>
            </a:r>
          </a:p>
        </p:txBody>
      </p:sp>
      <p:sp>
        <p:nvSpPr>
          <p:cNvPr id="3" name="Content"/>
          <p:cNvSpPr>
            <a:spLocks noGrp="1"/>
          </p:cNvSpPr>
          <p:nvPr>
            <p:ph idx="1" type="body"/>
          </p:nvPr>
        </p:nvSpPr>
        <p:spPr/>
        <p:txBody>
          <a:bodyPr/>
          <a:lstStyle/>
          <a:p>
            <a:r>
              <a:rPr sz="1400"/>
              <a:t>Confirming safety outputs are properly wired and functioning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OSSD Testing &amp; Verification (content)</a:t>
            </a:r>
          </a:p>
        </p:txBody>
      </p:sp>
      <p:sp>
        <p:nvSpPr>
          <p:cNvPr id="3" name="Content"/>
          <p:cNvSpPr>
            <a:spLocks noGrp="1"/>
          </p:cNvSpPr>
          <p:nvPr>
            <p:ph idx="1" type="body"/>
          </p:nvPr>
        </p:nvSpPr>
        <p:spPr/>
        <p:txBody>
          <a:bodyPr/>
          <a:lstStyle/>
          <a:p>
            <a:r>
              <a:rPr sz="1400"/>
              <a:t>→ OSSD Verification Procedure</a:t>
            </a:r>
          </a:p>
          <a:p>
            <a:r>
              <a:rPr sz="1400"/>
              <a:t>• With the scanner configuration active, confirm both OSSD1 and OSSD2 outputs are wired to the PLC safety input or safety relay</a:t>
            </a:r>
          </a:p>
          <a:p>
            <a:r>
              <a:rPr sz="1400"/>
              <a:t>• Open the PLC software and go online — monitor the safety input tags mapped to the OSSD outputs</a:t>
            </a:r>
          </a:p>
          <a:p>
            <a:r>
              <a:rPr sz="1400"/>
              <a:t>• With the zone clear, verify both OSSD tags show TRUE (both channels active)</a:t>
            </a:r>
          </a:p>
          <a:p>
            <a:r>
              <a:rPr sz="1400"/>
              <a:t>• Have a person enter the protective zone — verify both OSSD tags drop to FALSE simultaneously</a:t>
            </a:r>
          </a:p>
          <a:p>
            <a:r>
              <a:rPr sz="1400"/>
              <a:t>• Remove the person from the zone — verify both OSSD tags return to TRUE</a:t>
            </a:r>
          </a:p>
          <a:p>
            <a:r>
              <a:rPr sz="1400"/>
              <a:t>• Confirm the downstream safety circuit responds correctly (machine enabled/disabled)</a:t>
            </a:r>
          </a:p>
          <a:p>
            <a:r>
              <a:rPr sz="1400"/>
              <a:t>[DANGER] Single-Channel Failure Test: If your safety system allows it, test single-channel failure: temporarily disconnect one OSSD wire. The safety relay should detect the channel disagreement and lock out. If the machine continues to run on one channel only, the safety wiring is incorrect and must be fixed immediately.</a:t>
            </a:r>
          </a:p>
          <a:p>
            <a:r>
              <a:rPr sz="1400"/>
              <a:t>→ Scanner LED Status</a:t>
            </a:r>
          </a:p>
          <a:p>
            <a:r>
              <a:rPr sz="1400"/>
              <a:t>Table: LED State | Meaning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OSSD Testing &amp; Verification (content)</a:t>
            </a:r>
          </a:p>
        </p:txBody>
      </p:sp>
      <p:sp>
        <p:nvSpPr>
          <p:cNvPr id="3" name="Content"/>
          <p:cNvSpPr>
            <a:spLocks noGrp="1"/>
          </p:cNvSpPr>
          <p:nvPr>
            <p:ph idx="1" type="body"/>
          </p:nvPr>
        </p:nvSpPr>
        <p:spPr/>
        <p:txBody>
          <a:bodyPr/>
          <a:lstStyle/>
          <a:p>
            <a:r>
              <a:rPr sz="1400"/>
              <a:t>  • Green steady | Normal operation — zone clear</a:t>
            </a:r>
          </a:p>
          <a:p>
            <a:r>
              <a:rPr sz="1400"/>
              <a:t>  • Yellow steady | Warning zone intrusion detected</a:t>
            </a:r>
          </a:p>
          <a:p>
            <a:r>
              <a:rPr sz="1400"/>
              <a:t>  • Red steady | Protective zone intrusion — OSSD dropped</a:t>
            </a:r>
          </a:p>
          <a:p>
            <a:r>
              <a:rPr sz="1400"/>
              <a:t>  • Red flashing | Scanner fault or configuration error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USB Connection &amp; Live Scan View</a:t>
            </a:r>
          </a:p>
        </p:txBody>
      </p:sp>
      <p:sp>
        <p:nvSpPr>
          <p:cNvPr id="3" name="Content"/>
          <p:cNvSpPr>
            <a:spLocks noGrp="1"/>
          </p:cNvSpPr>
          <p:nvPr>
            <p:ph idx="1" type="body"/>
          </p:nvPr>
        </p:nvSpPr>
        <p:spPr/>
        <p:txBody>
          <a:bodyPr/>
          <a:lstStyle/>
          <a:p>
            <a:r>
              <a:rPr sz="1400"/>
              <a:t>After: OS32C Configuration Tool Setup</a:t>
            </a:r>
          </a:p>
          <a:p>
            <a:r>
              <a:rPr sz="1400"/>
              <a:t>Duration: 10 min</a:t>
            </a:r>
          </a:p>
          <a:p>
            <a:r>
              <a:rPr sz="1400"/>
              <a:t>Connect USB to the OS32C on the bench. Open the configuration tool and show the live scan view. Have students walk at various distances to see themselves in the scan display.</a:t>
            </a:r>
          </a:p>
          <a:p>
            <a:r>
              <a:rPr sz="1400"/>
              <a:t>Students walk toward and away from the scanner, watching the detection point move in real time. Makes the concept of detection zones tangible.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Zone Programming &amp; Physical Verification</a:t>
            </a:r>
          </a:p>
        </p:txBody>
      </p:sp>
      <p:sp>
        <p:nvSpPr>
          <p:cNvPr id="3" name="Content"/>
          <p:cNvSpPr>
            <a:spLocks noGrp="1"/>
          </p:cNvSpPr>
          <p:nvPr>
            <p:ph idx="1" type="body"/>
          </p:nvPr>
        </p:nvSpPr>
        <p:spPr/>
        <p:txBody>
          <a:bodyPr/>
          <a:lstStyle/>
          <a:p>
            <a:r>
              <a:rPr sz="1400"/>
              <a:t>After: OSSD Testing &amp; Verification</a:t>
            </a:r>
          </a:p>
          <a:p>
            <a:r>
              <a:rPr sz="1400"/>
              <a:t>Duration: 15 min</a:t>
            </a:r>
          </a:p>
          <a:p>
            <a:r>
              <a:rPr sz="1400"/>
              <a:t>Modify a warning zone boundary, download to the scanner, then physically verify with a student approaching. Show the OSSD output state change on the PLC dashboard simultaneously.</a:t>
            </a:r>
          </a:p>
          <a:p>
            <a:r>
              <a:rPr sz="1400"/>
              <a:t>Students measure actual trigger distance with a tape measure and compare to configured distance. Verify both scanner LED and PLC input state change.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What happens when an object enters the protective zone of an area scanner?</a:t>
            </a:r>
          </a:p>
          <a:p>
            <a:r>
              <a:rPr sz="1400"/>
              <a:t>A warning alarm sounds but the machine continues | The OSSD outputs drop and the machine stops | The scanner displays an error message | Nothing — the operator must press E-stop</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After changing zone boundaries in the configuration tool, what must you do?</a:t>
            </a:r>
          </a:p>
          <a:p>
            <a:r>
              <a:rPr sz="1400"/>
              <a:t>Just click Save and the scanner updates automatically | Download to the scanner AND physically verify the new boundaries with measurement | Reboot the PLC | Replace the scanner batteries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The area scanner's LED is flashing red. What does this mean?</a:t>
            </a:r>
          </a:p>
          <a:p>
            <a:r>
              <a:rPr sz="1400"/>
              <a:t>Normal operation — zone is clear | Warning zone intrusion | Scanner fault or configuration error | Low battery</a:t>
            </a:r>
          </a:p>
        </p:txBody>
      </p:sp>
    </p:spTree>
  </p:cSld>
</p:sld>
</file>